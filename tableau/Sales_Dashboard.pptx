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55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Sheet 1">
            <a:extLst>
              <a:ext uri="{FF2B5EF4-FFF2-40B4-BE49-F238E27FC236}">
                <a16:creationId xmlns:a16="http://schemas.microsoft.com/office/drawing/2014/main" id="{0912D2D6-9BE0-448F-99BF-01743E5589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3100" y="1195387"/>
            <a:ext cx="8305800" cy="446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de3" descr="DataSet">
            <a:extLst>
              <a:ext uri="{FF2B5EF4-FFF2-40B4-BE49-F238E27FC236}">
                <a16:creationId xmlns:a16="http://schemas.microsoft.com/office/drawing/2014/main" id="{C10881D7-6AEE-4511-AD60-1740AFE34C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702" y="0"/>
            <a:ext cx="100545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lide4" descr="DataSet (2)">
            <a:extLst>
              <a:ext uri="{FF2B5EF4-FFF2-40B4-BE49-F238E27FC236}">
                <a16:creationId xmlns:a16="http://schemas.microsoft.com/office/drawing/2014/main" id="{AE0B8E81-8E6C-4765-82F4-EBC13845FC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9251" y="0"/>
            <a:ext cx="797349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de5" descr="DataSet (3)">
            <a:extLst>
              <a:ext uri="{FF2B5EF4-FFF2-40B4-BE49-F238E27FC236}">
                <a16:creationId xmlns:a16="http://schemas.microsoft.com/office/drawing/2014/main" id="{FC452F2D-7485-4C05-88F1-16EB4CFB42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6252" y="0"/>
            <a:ext cx="65994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lide6" descr="DataSet (4)">
            <a:extLst>
              <a:ext uri="{FF2B5EF4-FFF2-40B4-BE49-F238E27FC236}">
                <a16:creationId xmlns:a16="http://schemas.microsoft.com/office/drawing/2014/main" id="{8186AFE6-2AF4-4A14-8694-E8DB8A5E33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477"/>
            <a:ext cx="12192000" cy="6759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de7" descr="DataSet (5)">
            <a:extLst>
              <a:ext uri="{FF2B5EF4-FFF2-40B4-BE49-F238E27FC236}">
                <a16:creationId xmlns:a16="http://schemas.microsoft.com/office/drawing/2014/main" id="{76EA43B7-AB04-4102-B7DE-39AA08DF1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477"/>
            <a:ext cx="12192000" cy="6759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slide8" descr="DataSet (6)">
            <a:extLst>
              <a:ext uri="{FF2B5EF4-FFF2-40B4-BE49-F238E27FC236}">
                <a16:creationId xmlns:a16="http://schemas.microsoft.com/office/drawing/2014/main" id="{A235E40A-BBB2-4C2B-A8B9-33A3237774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1775" y="0"/>
            <a:ext cx="91684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slide9" descr="DataSet (7)">
            <a:extLst>
              <a:ext uri="{FF2B5EF4-FFF2-40B4-BE49-F238E27FC236}">
                <a16:creationId xmlns:a16="http://schemas.microsoft.com/office/drawing/2014/main" id="{D50AC5AB-6E64-4387-9B99-D1B3755DB9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6850" y="633412"/>
            <a:ext cx="9258300" cy="5591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slide10" descr="DataSet (8)">
            <a:extLst>
              <a:ext uri="{FF2B5EF4-FFF2-40B4-BE49-F238E27FC236}">
                <a16:creationId xmlns:a16="http://schemas.microsoft.com/office/drawing/2014/main" id="{B847B396-6AE7-47A2-B970-1E65F1405D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2225" y="1776412"/>
            <a:ext cx="7067550" cy="3305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slide11" descr="DataSet (9)">
            <a:extLst>
              <a:ext uri="{FF2B5EF4-FFF2-40B4-BE49-F238E27FC236}">
                <a16:creationId xmlns:a16="http://schemas.microsoft.com/office/drawing/2014/main" id="{4559145D-2E6A-4A10-AF50-CD927944D8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9850" y="180975"/>
            <a:ext cx="6972300" cy="649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slide12" descr="DataSet (10)">
            <a:extLst>
              <a:ext uri="{FF2B5EF4-FFF2-40B4-BE49-F238E27FC236}">
                <a16:creationId xmlns:a16="http://schemas.microsoft.com/office/drawing/2014/main" id="{A0CA586F-F384-409E-A78F-9D4CC94822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450" y="1995487"/>
            <a:ext cx="10325100" cy="286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slide13" descr="Story 11">
            <a:extLst>
              <a:ext uri="{FF2B5EF4-FFF2-40B4-BE49-F238E27FC236}">
                <a16:creationId xmlns:a16="http://schemas.microsoft.com/office/drawing/2014/main" id="{6A5E4118-1F91-48E8-8BE5-9813B7E2B7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slide14" descr="Story 12">
            <a:extLst>
              <a:ext uri="{FF2B5EF4-FFF2-40B4-BE49-F238E27FC236}">
                <a16:creationId xmlns:a16="http://schemas.microsoft.com/office/drawing/2014/main" id="{7E32CF31-F9A7-4E09-BB19-2822879A1E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slide15" descr="Dashboard 1">
            <a:extLst>
              <a:ext uri="{FF2B5EF4-FFF2-40B4-BE49-F238E27FC236}">
                <a16:creationId xmlns:a16="http://schemas.microsoft.com/office/drawing/2014/main" id="{1C0480A3-BC30-431E-8FD6-2A4ABCE7D9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Користувач</dc:creator>
  <cp:lastModifiedBy>Користувач</cp:lastModifiedBy>
  <cp:revision>1</cp:revision>
  <dcterms:created xsi:type="dcterms:W3CDTF">2026-07-19T15:56:25Z</dcterms:created>
  <dcterms:modified xsi:type="dcterms:W3CDTF">2026-07-19T15:57:27Z</dcterms:modified>
</cp:coreProperties>
</file>